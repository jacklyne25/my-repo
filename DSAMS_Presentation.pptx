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0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Departmental Scheduling and Academic Monitoring System</a:t>
            </a:r>
          </a:p>
          <a:p>
            <a:r>
              <a:t>(DSAMS)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 Comprehensive Solution for Academic Operations</a:t>
            </a:r>
          </a:p>
          <a:p>
            <a:r>
              <a:t>Presentation Report</a:t>
            </a:r>
          </a:p>
        </p:txBody>
      </p:sp>
      <p:pic>
        <p:nvPicPr>
          <p:cNvPr id="4" name="Picture 3" descr="U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2914694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b="1" sz="3200">
                <a:solidFill>
                  <a:srgbClr val="FFD7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521208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What is DSAMS?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A specialized platform designed to streamline departmental academic monitoring and scheduling.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Targeted at HODs, Lecturers, Coordinators, and Students.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Core Scope: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Timetable automation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Lecture session tracking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Attendance recording &amp; verification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Real-time analytics and alerts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b="1" sz="3200">
                <a:solidFill>
                  <a:srgbClr val="FFD700"/>
                </a:solidFill>
              </a:defRPr>
            </a:pPr>
            <a:r>
              <a:t>Statement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521208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Challenges at UCU Mbale University College: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Fragmented storage of student lists, timetables and lecturer data.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Manual updates that are time-consuming and error-prone.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Poor communication of schedule changes and academic notices.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Limited visibility and control for HOD over departmental activities.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Over-reliance on informal tools (WhatsApp, printed notices).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Consequences: Missed classes, confusion, and reduced accountability.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b="1" sz="3200">
                <a:solidFill>
                  <a:srgbClr val="FFD700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521208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Main Objective: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Design and develop DSAMS to automate, centralize and enhance the management of departmental academic operations.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Specific Objectives: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Analyze departmental academic workflows and identify requirements.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Design a role-based system architecture (HOD, Staff, Coordinator, Student).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Implement core modules (Timetable, Monitoring, Attendance, Comms).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Integrate bulk data upload features using standardized templates.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• Test and evaluate for usability, accuracy, and efficiency.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b="1" sz="3200">
                <a:solidFill>
                  <a:srgbClr val="FFD700"/>
                </a:solidFill>
              </a:defRPr>
            </a:pPr>
            <a:r>
              <a:t>User Roles &amp;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521208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System Administrator: Full maintenance and global oversight.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Head of Department (HOD): Oversight, Timetabling, Monitoring.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Class Coordinator: Attendance verification &amp; class monitoring.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Lecturer: Schedule viewing &amp; attendance submission.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Student: View-only access to personal and class timetables.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b="1" sz="3200">
                <a:solidFill>
                  <a:srgbClr val="FFD700"/>
                </a:solidFill>
              </a:defRPr>
            </a:pPr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521208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Scheduling Module: 7-step guided workflow with greedy algorithm for conflict-free timetables.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Hybrid Attendance: Digital capture (web) + hardcopy document verification.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Lecture Monitoring: Real-time status tracking (Conducted, Missed, Pending).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Communication Module: Targeted announcements and automated system alerts.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b="1" sz="3200">
                <a:solidFill>
                  <a:srgbClr val="FFD700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521208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Auto-generation of conflict-free timetables based on capacity.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Premium Glassmorphism UI - responsive for mobile and desktop.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Bulk Data Import: Seamlessly import users/rooms via CSV/Excel.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Automated Compliance Alerts for missed or delayed sessions.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Audit Logging for administrative accountability.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b="1" sz="3200">
                <a:solidFill>
                  <a:srgbClr val="FFD700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521208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Backend: Python 3.12 / Django 4.2 (LTS)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Frontend: HTML5, Vanilla CSS3 (Custom Glassmorphism), JavaScript (ES6+)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Database: MySQL 8.0+ (Production), SQLite3 (Development)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Libraries: Pandas (Data processing), ReportLab (PDFs), Pillow (Images)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Deployment: Linux/Nginx/Gunicorn ready.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b="1" sz="3200">
                <a:solidFill>
                  <a:srgbClr val="FFD700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521208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Biometric Attendance Integration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AI-Based Student Achievement &amp; Risk Predictions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Mobile Application (Native Android/iOS)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Faculty-wide and Institutional Scalability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Automatic SMS/Email notification gateways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b="1" sz="3200">
                <a:solidFill>
                  <a:srgbClr val="FFD7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521208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DSAMS modernizes academic operations through digital transformation.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Focuses on usability, accountability, and instructional compliance.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Ready for departmental deployment with scalable architecture.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Significant reduction in paper-work and manual intervention.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